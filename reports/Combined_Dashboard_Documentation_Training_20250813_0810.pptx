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274320"/>
          <a:ext cx="4160520.0" cy="30175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386840"/>
                <a:gridCol w="1386840"/>
              </a:tblGrid>
              <a:tr h="50292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/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Active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/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Active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/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Active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/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Active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/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09160.0" y="274320"/>
          <a:ext cx="4160520.0" cy="30175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386840"/>
                <a:gridCol w="1386840"/>
              </a:tblGrid>
              <a:tr h="1508760">
                <a:tc>
                  <a:txBody>
                    <a:bodyPr/>
                    <a:lstStyle/>
                    <a:p>
                      <a:r>
                        <a:rPr b="1"/>
                        <a:t>Risk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Mitigation Status</a:t>
                      </a:r>
                    </a:p>
                  </a:txBody>
                  <a:tcPr/>
                </a:tc>
              </a:tr>
              <a:tr h="1508760">
                <a:tc>
                  <a:txBody>
                    <a:bodyPr/>
                    <a:lstStyle/>
                    <a:p>
                      <a:r>
                        <a:rPr/>
                        <a:t>Surface Finish Table 1 Identify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09160.0" y="3566160.0"/>
          <a:ext cx="4160520.0" cy="30175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386840"/>
                <a:gridCol w="1386840"/>
              </a:tblGrid>
              <a:tr h="150876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1508760">
                <a:tc>
                  <a:txBody>
                    <a:bodyPr/>
                    <a:lstStyle/>
                    <a:p>
                      <a:r>
                        <a:rPr/>
                        <a:t>No planned milestones next month for Documentation &amp; Training (September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566160.0"/>
          <a:ext cx="4160520.0" cy="30175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1386840"/>
                <a:gridCol w="1386840"/>
              </a:tblGrid>
              <a:tr h="1508760">
                <a:tc>
                  <a:txBody>
                    <a:bodyPr/>
                    <a:lstStyle/>
                    <a:p>
                      <a:r>
                        <a:rPr b="1"/>
                        <a:t>Milestone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1508760">
                <a:tc>
                  <a:txBody>
                    <a:bodyPr/>
                    <a:lstStyle/>
                    <a:p>
                      <a:r>
                        <a:rPr/>
                        <a:t>No milestones completed last month for Documentation &amp; Training (July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