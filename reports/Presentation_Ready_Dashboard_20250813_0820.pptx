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  <a:latin typeface="Arial"/>
              </a:rPr>
              <a:t>Control Tower - Documentation &amp; Training Milestone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8229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002D5F"/>
                </a:solidFill>
                <a:latin typeface="Arial"/>
              </a:rPr>
              <a:t>Milestones for This Month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143000"/>
          <a:ext cx="4206240" cy="251460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51560"/>
                <a:gridCol w="105156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Milestone Name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Surface Finish Table 1 Work Package Complete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18-Aug-25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Development Complete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15-Aug-25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 marL="45720" marR="45720" marT="18288" marB="18288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Testing Complete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12-Aug-25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Deployment Complete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25-Aug-25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 marL="45720" marR="45720" marT="18288" marB="18288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Documentation &amp; Training Complete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25-Aug-25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80560" y="8229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002D5F"/>
                </a:solidFill>
                <a:latin typeface="Arial"/>
              </a:rPr>
              <a:t>Risk Register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80560" y="1143000"/>
          <a:ext cx="4206240" cy="251460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51560"/>
                <a:gridCol w="1051560"/>
              </a:tblGrid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Risk Description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Mitigation Status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Surface Finish Table 1 Identify Issues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80560" y="37947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002D5F"/>
                </a:solidFill>
                <a:latin typeface="Arial"/>
              </a:rPr>
              <a:t>Milestones Planned for Next Month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80560" y="4114800.0"/>
          <a:ext cx="4206240" cy="251460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51560"/>
                <a:gridCol w="1051560"/>
              </a:tblGrid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Milestone Name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No planned milestones next month for Documentation &amp; Training (September 2025)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No Data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7160" y="37947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002D5F"/>
                </a:solidFill>
                <a:latin typeface="Arial"/>
              </a:rPr>
              <a:t>Milestones Completed Last Month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7160" y="4114800.0"/>
          <a:ext cx="4206240" cy="251460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51560"/>
                <a:gridCol w="1051560"/>
              </a:tblGrid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Milestone Name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002D5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No milestones completed last month for Documentation &amp; Training (July 2025)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No Data</a:t>
                      </a:r>
                    </a:p>
                  </a:txBody>
                  <a:tcPr marL="45720" marR="45720" marT="18288" marB="18288">
                    <a:solidFill>
                      <a:srgbClr val="87A5C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