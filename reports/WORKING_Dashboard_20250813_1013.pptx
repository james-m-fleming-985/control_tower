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28600" y="22860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400">
                <a:solidFill>
                  <a:srgbClr val="002D5F"/>
                </a:solidFill>
              </a:rPr>
              <a:t>This Month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594360"/>
          <a:ext cx="4114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9624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Milestone Name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Surface Finish Table 1 Work Package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Development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Testing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Deployment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Documentation &amp; Training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0" y="22860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400">
                <a:solidFill>
                  <a:srgbClr val="002D5F"/>
                </a:solidFill>
              </a:rPr>
              <a:t>Risks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0" y="594360"/>
          <a:ext cx="4114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118872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Risk Description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Severity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Mitigation Status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t>Surface Finish Table 1 Identify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8600" y="320040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400">
                <a:solidFill>
                  <a:srgbClr val="002D5F"/>
                </a:solidFill>
              </a:rPr>
              <a:t>Last Month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28600" y="3566160"/>
          <a:ext cx="4114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118872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Milestone Name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t>No milestones completed last month for Documentation &amp; Training (July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Data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0" y="320040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400">
                <a:solidFill>
                  <a:srgbClr val="002D5F"/>
                </a:solidFill>
              </a:rPr>
              <a:t>Next Month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0" y="3566160"/>
          <a:ext cx="4114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118872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Milestone Name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t>No planned milestones next month for Documentation &amp; Training (September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Data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