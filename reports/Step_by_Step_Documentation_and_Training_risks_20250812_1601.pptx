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Training - Risk Register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18288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Risk Description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Severity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Mitigation Status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>
                      <a:r>
                        <a:t>Surface Finish Table 1 Identify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