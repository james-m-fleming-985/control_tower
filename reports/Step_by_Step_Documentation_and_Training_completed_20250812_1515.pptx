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Completed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522514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ZnNi Line Flysheet Release flysheet to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02-May-24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Surface Finish Table 1 Work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ZnNi Line Critical Training Surtec Solution Training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15-Aug-24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ZnNi Line Critical Training Thermo Fischer training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14-Nov-24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Requirements &amp; Design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16-May-25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Development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