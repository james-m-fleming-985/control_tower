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Next Month Planned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18288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No planned milestones next month for Documentation &amp; Training (September 2025)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