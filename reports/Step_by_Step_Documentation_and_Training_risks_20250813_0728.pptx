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Documentation &amp; Training - Risk Register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2D5F"/>
                </a:solidFill>
              </a:defRPr>
            </a:pPr>
            <a:r>
              <a:t>Risks for Documentation and Training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920240"/>
          <a:ext cx="7315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828800"/>
                <a:gridCol w="1828800"/>
              </a:tblGrid>
              <a:tr h="182880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Risk Description</a:t>
                      </a:r>
                    </a:p>
                  </a:txBody>
                  <a:tcPr>
                    <a:solidFill>
                      <a:srgbClr val="002D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Severity</a:t>
                      </a:r>
                    </a:p>
                  </a:txBody>
                  <a:tcPr>
                    <a:solidFill>
                      <a:srgbClr val="002D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Mitigation Status</a:t>
                      </a:r>
                    </a:p>
                  </a:txBody>
                  <a:tcPr>
                    <a:solidFill>
                      <a:srgbClr val="002D5F"/>
                    </a:solidFill>
                  </a:tcPr>
                </a:tc>
              </a:tr>
              <a:tr h="1828800">
                <a:tc>
                  <a:txBody>
                    <a:bodyPr/>
                    <a:lstStyle/>
                    <a:p>
                      <a:r>
                        <a:t>Surface Finish Table 1 Identify Issues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 Progress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