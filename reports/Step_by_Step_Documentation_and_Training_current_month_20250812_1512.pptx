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Documentation &amp; Training - Current Month Milestones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Milestone Name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Surface Finish Table 1 Work Package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Planned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Development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Planned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Testing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Planned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Deployment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Planned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Documentation &amp; Training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Planned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