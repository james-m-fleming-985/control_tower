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Documentation &amp; Training - This Month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Milestone Name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Date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rgbClr val="002D5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Surface Finish Table 1 Work Package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18-Aug-25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Development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Testing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Deployment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Documentation &amp; Training Complete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25-Aug-25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Active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