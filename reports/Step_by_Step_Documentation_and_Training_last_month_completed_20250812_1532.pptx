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Training - Last Month Completed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18288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No milestones completed last month for Documentation &amp; Training (July 2025)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i="1">
                          <a:solidFill>
                            <a:srgbClr val="808080"/>
                          </a:solidFill>
                        </a:rPr>
                        <a:t>No Data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