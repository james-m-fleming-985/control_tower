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This Month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5F"/>
                </a:solidFill>
              </a:defRPr>
            </a:pPr>
            <a:r>
              <a:t>Milestones for this month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Surface Finish Table 1 Work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Development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Testing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Deployment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Documentation &amp;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