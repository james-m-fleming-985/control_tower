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ZnNi Line Development - Milestone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4114800" cy="2514600"/>
          </a:xfrm>
          <a:prstGeom prst="rect">
            <a:avLst/>
          </a:prstGeom>
          <a:solidFill>
            <a:srgbClr val="F0F8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4859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This Month's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43100"/>
            <a:ext cx="3886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latin typeface="Arial"/>
              </a:defRPr>
            </a:pPr>
            <a:r>
              <a:t>• Surface Finish Table 1 Work Package Complete | 18-Aug-25 | Active\n• Development Complete | 15-Aug-25 | Active\n• Testing Complete | 12-Aug-25 | 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371600"/>
            <a:ext cx="4114800" cy="2514600"/>
          </a:xfrm>
          <a:prstGeom prst="rect">
            <a:avLst/>
          </a:prstGeom>
          <a:solidFill>
            <a:srgbClr val="F0F8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14900" y="14859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Next Month's 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900" y="1943100"/>
            <a:ext cx="3886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latin typeface="Arial"/>
              </a:defRPr>
            </a:pPr>
            <a:r>
              <a:t>• No planned milestones next month for Documentation &amp; Training (September 2025) | N/A | No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4114800" cy="2514600"/>
          </a:xfrm>
          <a:prstGeom prst="rect">
            <a:avLst/>
          </a:prstGeom>
          <a:solidFill>
            <a:srgbClr val="F0F8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42291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Last Month's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86300"/>
            <a:ext cx="3886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latin typeface="Arial"/>
              </a:defRPr>
            </a:pPr>
            <a:r>
              <a:t>• No milestones completed last month for Documentation &amp; Training (July 2025) | N/A | No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4114800"/>
            <a:ext cx="4114800" cy="2514600"/>
          </a:xfrm>
          <a:prstGeom prst="rect">
            <a:avLst/>
          </a:prstGeom>
          <a:solidFill>
            <a:srgbClr val="F0F8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4900" y="422910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Risk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4686300"/>
            <a:ext cx="3886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latin typeface="Arial"/>
              </a:defRPr>
            </a:pPr>
            <a:r>
              <a:t>• Surface Finish Table 1 Identify Issues | Low |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