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&amp; Training - Next Month Planned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D5F"/>
                </a:solidFill>
              </a:defRPr>
            </a:pPr>
            <a:r>
              <a:t>Milestones planned for next month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92024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</a:tblGrid>
              <a:tr h="18288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Milestone Name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</a:tr>
              <a:tr h="1828800">
                <a:tc>
                  <a:txBody>
                    <a:bodyPr/>
                    <a:lstStyle/>
                    <a:p>
                      <a:r>
                        <a:rPr i="1">
                          <a:solidFill>
                            <a:srgbClr val="808080"/>
                          </a:solidFill>
                        </a:rPr>
                        <a:t>No planned milestones next month for Documentation &amp; Training (September 2025)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i="1">
                          <a:solidFill>
                            <a:srgbClr val="808080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i="1">
                          <a:solidFill>
                            <a:srgbClr val="808080"/>
                          </a:solidFill>
                        </a:rPr>
                        <a:t>No Data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