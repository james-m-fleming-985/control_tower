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Last Month Completed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5F"/>
                </a:solidFill>
              </a:defRPr>
            </a:pPr>
            <a:r>
              <a:t>Milestones completed last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milestones completed last month for Documentation &amp; Training (July 2025)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