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ZnNi Line Development - Milestone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This Month's Milestones:</a:t>
            </a:r>
          </a:p>
          <a:p>
            <a:r>
              <a:t>• Surface Finish Table 1 Work Package Complete | 18-Aug-25 | Active</a:t>
            </a:r>
          </a:p>
          <a:p>
            <a:r>
              <a:t>• Development Complete | 15-Aug-25 | Active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Next Month's Planned Milestones:</a:t>
            </a:r>
          </a:p>
          <a:p>
            <a:r>
              <a:t>• No planned milestones next month for Documentation &amp; Training (September 2025) | N/A | No Data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Last Month's Completed Milestones:</a:t>
            </a:r>
          </a:p>
          <a:p>
            <a:r>
              <a:t>• No milestones completed last month for Documentation &amp; Training (July 2025) | N/A | No Data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457200" y="6858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Risk Register:</a:t>
            </a:r>
          </a:p>
          <a:p>
            <a:r>
              <a:t>• Surface Finish Table 1 Identify Issues | Low | In Progress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