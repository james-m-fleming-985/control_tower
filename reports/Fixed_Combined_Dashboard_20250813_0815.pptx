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8">
                <a:solidFill>
                  <a:srgbClr val="002D5F"/>
                </a:solidFill>
              </a:rPr>
              <a:t>Milestones for This Month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640080"/>
          <a:ext cx="4023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</a:tblGrid>
              <a:tr h="426720">
                <a:tc>
                  <a:txBody>
                    <a:bodyPr/>
                    <a:lstStyle/>
                    <a:p>
                      <a:r>
                        <a:rPr b="1"/>
                        <a:t>Milestone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Status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Surface Finish Table 1 Work Package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Development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Testing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Deployment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Documentation &amp; Training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89120" y="18288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8">
                <a:solidFill>
                  <a:srgbClr val="002D5F"/>
                </a:solidFill>
              </a:rPr>
              <a:t>Risk Register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0" y="640080"/>
          <a:ext cx="4023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</a:tblGrid>
              <a:tr h="1280160">
                <a:tc>
                  <a:txBody>
                    <a:bodyPr/>
                    <a:lstStyle/>
                    <a:p>
                      <a:r>
                        <a:rPr b="1"/>
                        <a:t>Risk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Mitigation Status</a:t>
                      </a:r>
                    </a:p>
                  </a:txBody>
                  <a:tcPr/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t>Surface Finish Table 1 Identify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89120" y="338328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8">
                <a:solidFill>
                  <a:srgbClr val="002D5F"/>
                </a:solidFill>
              </a:rPr>
              <a:t>Milestones Planned for Next Month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89120" y="3840480"/>
          <a:ext cx="4023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</a:tblGrid>
              <a:tr h="1280160">
                <a:tc>
                  <a:txBody>
                    <a:bodyPr/>
                    <a:lstStyle/>
                    <a:p>
                      <a:r>
                        <a:rPr b="1"/>
                        <a:t>Milestone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Status</a:t>
                      </a:r>
                    </a:p>
                  </a:txBody>
                  <a:tcPr/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t>No planned milestones next month for Documentation &amp; Training (September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Data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" y="338328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8">
                <a:solidFill>
                  <a:srgbClr val="002D5F"/>
                </a:solidFill>
              </a:rPr>
              <a:t>Milestones Completed Last Month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3840480"/>
          <a:ext cx="4023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</a:tblGrid>
              <a:tr h="1280160">
                <a:tc>
                  <a:txBody>
                    <a:bodyPr/>
                    <a:lstStyle/>
                    <a:p>
                      <a:r>
                        <a:rPr b="1"/>
                        <a:t>Milestone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Status</a:t>
                      </a:r>
                    </a:p>
                  </a:txBody>
                  <a:tcPr/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t>No milestones completed last month for Documentation &amp; Training (July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